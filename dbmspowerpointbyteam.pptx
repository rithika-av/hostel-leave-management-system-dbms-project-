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8" r:id="rId7"/>
    <p:sldId id="261" r:id="rId8"/>
    <p:sldId id="270" r:id="rId9"/>
    <p:sldId id="271" r:id="rId10"/>
    <p:sldId id="264" r:id="rId11"/>
    <p:sldId id="272" r:id="rId12"/>
    <p:sldId id="266" r:id="rId13"/>
    <p:sldId id="269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2366" y="1960774"/>
            <a:ext cx="9021448" cy="3525625"/>
          </a:xfrm>
        </p:spPr>
        <p:txBody>
          <a:bodyPr/>
          <a:lstStyle/>
          <a:p>
            <a:r>
              <a:rPr lang="en-IN" sz="2400" b="1" dirty="0">
                <a:solidFill>
                  <a:srgbClr val="92D050"/>
                </a:solidFill>
              </a:rPr>
              <a:t>TEAMS MEMEBERS </a:t>
            </a:r>
            <a:r>
              <a:rPr lang="en-IN" sz="2400" b="1" dirty="0" smtClean="0">
                <a:solidFill>
                  <a:srgbClr val="92D050"/>
                </a:solidFill>
              </a:rPr>
              <a:t>:</a:t>
            </a:r>
            <a:r>
              <a:rPr lang="en-IN" sz="2400" dirty="0" smtClean="0"/>
              <a:t/>
            </a:r>
            <a:br>
              <a:rPr lang="en-IN" sz="2400" dirty="0" smtClean="0"/>
            </a:br>
            <a:r>
              <a:rPr lang="en-IN" sz="2400" dirty="0" smtClean="0"/>
              <a:t/>
            </a:r>
            <a:br>
              <a:rPr lang="en-IN" sz="2400" dirty="0" smtClean="0"/>
            </a:br>
            <a:r>
              <a:rPr lang="en-IN" sz="2400" dirty="0"/>
              <a:t> </a:t>
            </a:r>
            <a:r>
              <a:rPr lang="en-IN" sz="2400" dirty="0" smtClean="0"/>
              <a:t>                  </a:t>
            </a:r>
            <a:r>
              <a:rPr lang="en-IN" sz="2400" dirty="0" err="1" smtClean="0"/>
              <a:t>Rithika</a:t>
            </a:r>
            <a:r>
              <a:rPr lang="en-IN" sz="2400" dirty="0" smtClean="0"/>
              <a:t> A.V – 2024115089</a:t>
            </a:r>
            <a:br>
              <a:rPr lang="en-IN" sz="2400" dirty="0" smtClean="0"/>
            </a:br>
            <a:r>
              <a:rPr lang="en-IN" sz="2400" dirty="0" smtClean="0"/>
              <a:t/>
            </a:r>
            <a:br>
              <a:rPr lang="en-IN" sz="2400" dirty="0" smtClean="0"/>
            </a:br>
            <a:r>
              <a:rPr lang="en-IN" sz="2400" dirty="0" smtClean="0"/>
              <a:t>                   </a:t>
            </a:r>
            <a:r>
              <a:rPr lang="en-IN" sz="2400" dirty="0" err="1" smtClean="0"/>
              <a:t>Gayathri</a:t>
            </a:r>
            <a:r>
              <a:rPr lang="en-IN" sz="2400" dirty="0" smtClean="0"/>
              <a:t> T – 2024115057</a:t>
            </a:r>
            <a:br>
              <a:rPr lang="en-IN" sz="2400" dirty="0" smtClean="0"/>
            </a:br>
            <a:r>
              <a:rPr lang="en-IN" sz="2400" dirty="0" smtClean="0"/>
              <a:t/>
            </a:r>
            <a:br>
              <a:rPr lang="en-IN" sz="2400" dirty="0" smtClean="0"/>
            </a:br>
            <a:r>
              <a:rPr lang="en-IN" sz="2400" dirty="0"/>
              <a:t> </a:t>
            </a:r>
            <a:r>
              <a:rPr lang="en-IN" sz="2400" dirty="0" smtClean="0"/>
              <a:t>                  </a:t>
            </a:r>
            <a:r>
              <a:rPr lang="en-IN" sz="2400" dirty="0" err="1" smtClean="0"/>
              <a:t>Ramya</a:t>
            </a:r>
            <a:r>
              <a:rPr lang="en-IN" sz="2400" dirty="0" smtClean="0"/>
              <a:t> R - 2023115047</a:t>
            </a:r>
            <a:endParaRPr lang="en-IN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7656" y="499623"/>
            <a:ext cx="8286158" cy="1564848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  <a:endParaRPr lang="en-IN" dirty="0" smtClean="0"/>
          </a:p>
          <a:p>
            <a:r>
              <a:rPr lang="en-IN" sz="2400" dirty="0" smtClean="0">
                <a:latin typeface="Arial Black" panose="020B0A04020102020204" pitchFamily="34" charset="0"/>
              </a:rPr>
              <a:t>Hostel  leave  management  system</a:t>
            </a:r>
            <a:endParaRPr lang="en-IN" sz="2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598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49" y="173746"/>
            <a:ext cx="9404723" cy="1400530"/>
          </a:xfrm>
        </p:spPr>
        <p:txBody>
          <a:bodyPr/>
          <a:lstStyle/>
          <a:p>
            <a:r>
              <a:rPr lang="en-IN" sz="2800" b="1" dirty="0" smtClean="0">
                <a:solidFill>
                  <a:schemeClr val="accent1"/>
                </a:solidFill>
              </a:rPr>
              <a:t/>
            </a:r>
            <a:br>
              <a:rPr lang="en-IN" sz="2800" b="1" dirty="0" smtClean="0">
                <a:solidFill>
                  <a:schemeClr val="accent1"/>
                </a:solidFill>
              </a:rPr>
            </a:br>
            <a:r>
              <a:rPr lang="en-IN" sz="2800" b="1" dirty="0" smtClean="0">
                <a:solidFill>
                  <a:schemeClr val="accent1"/>
                </a:solidFill>
              </a:rPr>
              <a:t>Introduction </a:t>
            </a:r>
            <a:r>
              <a:rPr lang="en-IN" sz="2800" b="1" dirty="0">
                <a:solidFill>
                  <a:schemeClr val="accent1"/>
                </a:solidFill>
              </a:rPr>
              <a:t>/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92" y="1574276"/>
            <a:ext cx="8946541" cy="4967926"/>
          </a:xfrm>
        </p:spPr>
        <p:txBody>
          <a:bodyPr>
            <a:normAutofit fontScale="92500"/>
          </a:bodyPr>
          <a:lstStyle/>
          <a:p>
            <a:r>
              <a:rPr lang="en-US" dirty="0"/>
              <a:t>The </a:t>
            </a:r>
            <a:r>
              <a:rPr lang="en-US" i="1" dirty="0"/>
              <a:t>Hostel Leave Management System</a:t>
            </a:r>
            <a:r>
              <a:rPr lang="en-US" dirty="0"/>
              <a:t> is designed to simplify the process of applying for and approving hostel leave. In traditional systems, students have to meet the residential counselor (RC) in person to get a signature, which is time-consuming and inconvenient.</a:t>
            </a:r>
          </a:p>
          <a:p>
            <a:r>
              <a:rPr lang="en-US" dirty="0"/>
              <a:t>This project provides a </a:t>
            </a:r>
            <a:r>
              <a:rPr lang="en-US" b="1" dirty="0"/>
              <a:t>digital solution</a:t>
            </a:r>
            <a:r>
              <a:rPr lang="en-US" dirty="0"/>
              <a:t> through a web-based system where students can easily submit leave requests online, and the RC or warden can approve or reject them instantly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sz="2600" b="1" dirty="0">
                <a:solidFill>
                  <a:schemeClr val="accent1"/>
                </a:solidFill>
              </a:rPr>
              <a:t>Objectives:</a:t>
            </a:r>
            <a:endParaRPr lang="en-US" sz="2600" dirty="0">
              <a:solidFill>
                <a:schemeClr val="accent1"/>
              </a:solidFill>
            </a:endParaRPr>
          </a:p>
          <a:p>
            <a:r>
              <a:rPr lang="en-US" dirty="0"/>
              <a:t>To save time by reducing manual work and paper usage.</a:t>
            </a:r>
          </a:p>
          <a:p>
            <a:r>
              <a:rPr lang="en-US" dirty="0"/>
              <a:t>To make the leave approval process fast, secure, and transparent.</a:t>
            </a:r>
          </a:p>
          <a:p>
            <a:r>
              <a:rPr lang="en-US" dirty="0"/>
              <a:t>To allow students and wardens to manage leave records efficiently from anywhere.</a:t>
            </a:r>
          </a:p>
          <a:p>
            <a:r>
              <a:rPr lang="en-US" dirty="0"/>
              <a:t>To improve communication between students and hostel authorities.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877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 smtClean="0">
                <a:solidFill>
                  <a:schemeClr val="accent1"/>
                </a:solidFill>
              </a:rPr>
              <a:t/>
            </a:r>
            <a:br>
              <a:rPr lang="en-IN" sz="2800" b="1" dirty="0" smtClean="0">
                <a:solidFill>
                  <a:schemeClr val="accent1"/>
                </a:solidFill>
              </a:rPr>
            </a:br>
            <a:r>
              <a:rPr lang="en-IN" sz="2800" b="1" dirty="0" smtClean="0">
                <a:solidFill>
                  <a:schemeClr val="accent1"/>
                </a:solidFill>
              </a:rPr>
              <a:t>Existing </a:t>
            </a:r>
            <a:r>
              <a:rPr lang="en-IN" sz="2800" b="1" dirty="0">
                <a:solidFill>
                  <a:schemeClr val="accent1"/>
                </a:solidFill>
              </a:rPr>
              <a:t>System (Problem Statement)</a:t>
            </a:r>
            <a:endParaRPr lang="en-IN" sz="28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772240"/>
            <a:ext cx="8946541" cy="444788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the current hostel leave process, students have to manually fill out a leave form and get it signed by the residential counselor (RC) and warden. This process takes a lot of time and often causes inconvenience for both students and hostel staff.</a:t>
            </a:r>
          </a:p>
          <a:p>
            <a:r>
              <a:rPr lang="en-US" dirty="0"/>
              <a:t>There is no proper digital record of leave applications, which makes it difficult to track the leave history of students.</a:t>
            </a:r>
          </a:p>
          <a:p>
            <a:r>
              <a:rPr lang="en-US" sz="2600" b="1" dirty="0">
                <a:solidFill>
                  <a:schemeClr val="accent1"/>
                </a:solidFill>
              </a:rPr>
              <a:t>Limitations / Drawbacks:</a:t>
            </a:r>
            <a:endParaRPr lang="en-US" sz="2600" dirty="0">
              <a:solidFill>
                <a:schemeClr val="accent1"/>
              </a:solidFill>
            </a:endParaRPr>
          </a:p>
          <a:p>
            <a:r>
              <a:rPr lang="en-US" dirty="0"/>
              <a:t>Time-consuming manual approval process.</a:t>
            </a:r>
          </a:p>
          <a:p>
            <a:r>
              <a:rPr lang="en-US" dirty="0"/>
              <a:t>Paper-based forms can be lost or damaged.</a:t>
            </a:r>
          </a:p>
          <a:p>
            <a:r>
              <a:rPr lang="en-US" dirty="0"/>
              <a:t>Students must meet the RC in person for approval.</a:t>
            </a:r>
          </a:p>
          <a:p>
            <a:r>
              <a:rPr lang="en-US" dirty="0"/>
              <a:t>No automatic record maintenance or data retrieval.</a:t>
            </a:r>
          </a:p>
          <a:p>
            <a:r>
              <a:rPr lang="en-US" dirty="0"/>
              <a:t>Delays in communication between students and hostel authorities.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710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15010"/>
            <a:ext cx="9404723" cy="1400530"/>
          </a:xfrm>
        </p:spPr>
        <p:txBody>
          <a:bodyPr/>
          <a:lstStyle/>
          <a:p>
            <a:r>
              <a:rPr lang="en-IN" sz="2800" b="1" dirty="0" smtClean="0">
                <a:solidFill>
                  <a:schemeClr val="accent1"/>
                </a:solidFill>
              </a:rPr>
              <a:t>Proposed </a:t>
            </a:r>
            <a:r>
              <a:rPr lang="en-IN" sz="2800" b="1" dirty="0">
                <a:solidFill>
                  <a:schemeClr val="accent1"/>
                </a:solidFill>
              </a:rPr>
              <a:t>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1112363"/>
            <a:ext cx="9403742" cy="51360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proposed </a:t>
            </a:r>
            <a:r>
              <a:rPr lang="en-US" i="1" dirty="0"/>
              <a:t>Hostel Leave Management System</a:t>
            </a:r>
            <a:r>
              <a:rPr lang="en-US" dirty="0"/>
              <a:t> replaces the manual paper-based process with a </a:t>
            </a:r>
            <a:r>
              <a:rPr lang="en-US" b="1" dirty="0"/>
              <a:t>web-based platform</a:t>
            </a:r>
            <a:r>
              <a:rPr lang="en-US" dirty="0"/>
              <a:t> that allows students to apply for leave online. The residential counselor (RC) and warden can view, approve, or reject leave requests digitally, making the process faster and more efficient.</a:t>
            </a:r>
          </a:p>
          <a:p>
            <a:r>
              <a:rPr lang="en-US" dirty="0"/>
              <a:t>This system ensures that all leave applications are securely stored in a database and can be accessed anytime for reference. Notifications can also be sent to students after approval or rejection.</a:t>
            </a:r>
          </a:p>
          <a:p>
            <a:r>
              <a:rPr lang="en-US" sz="2600" b="1" i="1" dirty="0">
                <a:solidFill>
                  <a:schemeClr val="accent1"/>
                </a:solidFill>
              </a:rPr>
              <a:t>Key Features:</a:t>
            </a:r>
          </a:p>
          <a:p>
            <a:r>
              <a:rPr lang="en-US" dirty="0"/>
              <a:t>Online leave application and approval system.</a:t>
            </a:r>
          </a:p>
          <a:p>
            <a:r>
              <a:rPr lang="en-US" dirty="0"/>
              <a:t>Secure login for students, RC, and wardens.</a:t>
            </a:r>
          </a:p>
          <a:p>
            <a:r>
              <a:rPr lang="en-US" dirty="0"/>
              <a:t>Automatic record maintenance of all leave requests.</a:t>
            </a:r>
          </a:p>
          <a:p>
            <a:r>
              <a:rPr lang="en-US" dirty="0"/>
              <a:t>Instant notification of leave status.</a:t>
            </a:r>
          </a:p>
          <a:p>
            <a:r>
              <a:rPr lang="en-US" dirty="0"/>
              <a:t>User-friendly and time-saving interface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022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276" y="452718"/>
            <a:ext cx="9404723" cy="1400530"/>
          </a:xfrm>
        </p:spPr>
        <p:txBody>
          <a:bodyPr/>
          <a:lstStyle/>
          <a:p>
            <a:r>
              <a:rPr lang="en-IN" sz="2800" b="1" dirty="0" smtClean="0">
                <a:solidFill>
                  <a:schemeClr val="accent1"/>
                </a:solidFill>
              </a:rPr>
              <a:t/>
            </a:r>
            <a:br>
              <a:rPr lang="en-IN" sz="2800" b="1" dirty="0" smtClean="0">
                <a:solidFill>
                  <a:schemeClr val="accent1"/>
                </a:solidFill>
              </a:rPr>
            </a:br>
            <a:r>
              <a:rPr lang="en-IN" sz="2800" b="1" dirty="0">
                <a:solidFill>
                  <a:schemeClr val="accent1"/>
                </a:solidFill>
              </a:rPr>
              <a:t/>
            </a:r>
            <a:br>
              <a:rPr lang="en-IN" sz="2800" b="1" dirty="0">
                <a:solidFill>
                  <a:schemeClr val="accent1"/>
                </a:solidFill>
              </a:rPr>
            </a:br>
            <a:r>
              <a:rPr lang="en-IN" sz="2800" b="1" dirty="0" smtClean="0">
                <a:solidFill>
                  <a:schemeClr val="accent1"/>
                </a:solidFill>
              </a:rPr>
              <a:t>Advantages</a:t>
            </a:r>
            <a:r>
              <a:rPr lang="en-IN" sz="2800" b="1" dirty="0">
                <a:solidFill>
                  <a:schemeClr val="accent1"/>
                </a:solidFill>
              </a:rPr>
              <a:t>: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71488" y="3273356"/>
            <a:ext cx="802206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paperwork and manual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Saves time for both students and staff.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easy tracking of leave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communication and transparency.</a:t>
            </a:r>
          </a:p>
        </p:txBody>
      </p:sp>
    </p:spTree>
    <p:extLst>
      <p:ext uri="{BB962C8B-B14F-4D97-AF65-F5344CB8AC3E}">
        <p14:creationId xmlns:p14="http://schemas.microsoft.com/office/powerpoint/2010/main" val="2917748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15011"/>
            <a:ext cx="9404723" cy="1400530"/>
          </a:xfrm>
        </p:spPr>
        <p:txBody>
          <a:bodyPr/>
          <a:lstStyle/>
          <a:p>
            <a:r>
              <a:rPr lang="en-IN" sz="2800" b="1" dirty="0" smtClean="0">
                <a:solidFill>
                  <a:schemeClr val="accent1"/>
                </a:solidFill>
              </a:rPr>
              <a:t/>
            </a:r>
            <a:br>
              <a:rPr lang="en-IN" sz="2800" b="1" dirty="0" smtClean="0">
                <a:solidFill>
                  <a:schemeClr val="accent1"/>
                </a:solidFill>
              </a:rPr>
            </a:br>
            <a:r>
              <a:rPr lang="en-IN" sz="2800" b="1" dirty="0" smtClean="0">
                <a:solidFill>
                  <a:schemeClr val="accent1"/>
                </a:solidFill>
              </a:rPr>
              <a:t>System </a:t>
            </a:r>
            <a:r>
              <a:rPr lang="en-IN" sz="2800" b="1" dirty="0">
                <a:solidFill>
                  <a:schemeClr val="accent1"/>
                </a:solidFill>
              </a:rPr>
              <a:t>Architecture / Design Overview</a:t>
            </a:r>
            <a:endParaRPr lang="en-IN" sz="28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3882" y="2235528"/>
            <a:ext cx="8326012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78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75" y="188768"/>
            <a:ext cx="9861319" cy="1400530"/>
          </a:xfrm>
        </p:spPr>
        <p:txBody>
          <a:bodyPr/>
          <a:lstStyle/>
          <a:p>
            <a:r>
              <a:rPr lang="en-IN" sz="2800" b="1" dirty="0" smtClean="0">
                <a:solidFill>
                  <a:schemeClr val="accent1"/>
                </a:solidFill>
              </a:rPr>
              <a:t/>
            </a:r>
            <a:br>
              <a:rPr lang="en-IN" sz="2800" b="1" dirty="0" smtClean="0">
                <a:solidFill>
                  <a:schemeClr val="accent1"/>
                </a:solidFill>
              </a:rPr>
            </a:br>
            <a:r>
              <a:rPr lang="en-IN" sz="2800" b="1" dirty="0" smtClean="0">
                <a:solidFill>
                  <a:schemeClr val="accent1"/>
                </a:solidFill>
              </a:rPr>
              <a:t>   System </a:t>
            </a:r>
            <a:r>
              <a:rPr lang="en-IN" sz="2800" b="1" dirty="0">
                <a:solidFill>
                  <a:schemeClr val="accent1"/>
                </a:solidFill>
              </a:rPr>
              <a:t>Architecture / Design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914" y="2052918"/>
            <a:ext cx="9587940" cy="4195481"/>
          </a:xfrm>
        </p:spPr>
        <p:txBody>
          <a:bodyPr>
            <a:normAutofit/>
          </a:bodyPr>
          <a:lstStyle/>
          <a:p>
            <a:r>
              <a:rPr lang="en-IN" sz="2400" b="1" dirty="0" smtClean="0">
                <a:solidFill>
                  <a:schemeClr val="accent1"/>
                </a:solidFill>
              </a:rPr>
              <a:t>Frontend</a:t>
            </a:r>
          </a:p>
          <a:p>
            <a:endParaRPr lang="en-IN" sz="24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IN" sz="2400" b="1" dirty="0">
              <a:solidFill>
                <a:schemeClr val="accent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774" y="2671638"/>
            <a:ext cx="6666374" cy="344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75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621" y="2052638"/>
            <a:ext cx="4496533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095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224" y="2259542"/>
            <a:ext cx="7897327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52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 smtClean="0">
                <a:solidFill>
                  <a:schemeClr val="accent1"/>
                </a:solidFill>
              </a:rPr>
              <a:t/>
            </a:r>
            <a:br>
              <a:rPr lang="en-IN" sz="2800" b="1" dirty="0" smtClean="0">
                <a:solidFill>
                  <a:schemeClr val="accent1"/>
                </a:solidFill>
              </a:rPr>
            </a:br>
            <a:r>
              <a:rPr lang="en-IN" sz="2800" b="1" dirty="0" smtClean="0">
                <a:solidFill>
                  <a:schemeClr val="accent1"/>
                </a:solidFill>
              </a:rPr>
              <a:t>Backend:</a:t>
            </a:r>
            <a:endParaRPr lang="en-IN" sz="2800" b="1" dirty="0">
              <a:solidFill>
                <a:schemeClr val="accent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4241" y="2052638"/>
            <a:ext cx="4045293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009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029" y="2052638"/>
            <a:ext cx="8249718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42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 smtClean="0">
                <a:solidFill>
                  <a:schemeClr val="accent1"/>
                </a:solidFill>
              </a:rPr>
              <a:t/>
            </a:r>
            <a:br>
              <a:rPr lang="en-IN" sz="2800" b="1" dirty="0" smtClean="0">
                <a:solidFill>
                  <a:schemeClr val="accent1"/>
                </a:solidFill>
              </a:rPr>
            </a:br>
            <a:r>
              <a:rPr lang="en-IN" sz="2800" b="1" dirty="0" smtClean="0">
                <a:solidFill>
                  <a:schemeClr val="accent1"/>
                </a:solidFill>
              </a:rPr>
              <a:t>Database:</a:t>
            </a:r>
            <a:br>
              <a:rPr lang="en-IN" sz="2800" b="1" dirty="0" smtClean="0">
                <a:solidFill>
                  <a:schemeClr val="accent1"/>
                </a:solidFill>
              </a:rPr>
            </a:br>
            <a:endParaRPr lang="en-IN" sz="2800" b="1" dirty="0">
              <a:solidFill>
                <a:schemeClr val="accent1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1338" y="2052638"/>
            <a:ext cx="5731100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86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 smtClean="0">
                <a:solidFill>
                  <a:schemeClr val="accent1"/>
                </a:solidFill>
              </a:rPr>
              <a:t>Output:</a:t>
            </a:r>
            <a:endParaRPr lang="en-IN" sz="2800" b="1" dirty="0">
              <a:solidFill>
                <a:schemeClr val="accent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073972"/>
            <a:ext cx="8947150" cy="415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357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 smtClean="0">
                <a:solidFill>
                  <a:schemeClr val="accent1"/>
                </a:solidFill>
              </a:rPr>
              <a:t>Conclusion:</a:t>
            </a:r>
            <a:endParaRPr lang="en-IN" sz="28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i="1" dirty="0"/>
              <a:t>Hostel Leave Management System</a:t>
            </a:r>
            <a:r>
              <a:rPr lang="en-US" dirty="0"/>
              <a:t> successfully replaces the traditional manual process of applying for leave with a convenient online platform. It saves time for both students and hostel authorities by automating the entire process — from application to approval.</a:t>
            </a:r>
          </a:p>
          <a:p>
            <a:r>
              <a:rPr lang="en-US" dirty="0"/>
              <a:t>The system provides a secure way to maintain records, reduces paperwork, and ensures transparency in communication between students, residential counselors (RC), and wardens.</a:t>
            </a:r>
          </a:p>
          <a:p>
            <a:r>
              <a:rPr lang="en-US" dirty="0"/>
              <a:t>This project demonstrates how database management systems can be effectively used to create efficient and user-friendly applications for hostel administration.</a:t>
            </a:r>
          </a:p>
        </p:txBody>
      </p:sp>
    </p:spTree>
    <p:extLst>
      <p:ext uri="{BB962C8B-B14F-4D97-AF65-F5344CB8AC3E}">
        <p14:creationId xmlns:p14="http://schemas.microsoft.com/office/powerpoint/2010/main" val="8205536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103</TotalTime>
  <Words>494</Words>
  <Application>Microsoft Office PowerPoint</Application>
  <PresentationFormat>Widescreen</PresentationFormat>
  <Paragraphs>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Century Gothic</vt:lpstr>
      <vt:lpstr>Wingdings 3</vt:lpstr>
      <vt:lpstr>Ion</vt:lpstr>
      <vt:lpstr>TEAMS MEMEBERS :                     Rithika A.V – 2024115089                     Gayathri T – 2024115057                     Ramya R - 2023115047</vt:lpstr>
      <vt:lpstr> Introduction / Objective</vt:lpstr>
      <vt:lpstr> Existing System (Problem Statement)</vt:lpstr>
      <vt:lpstr>Proposed System</vt:lpstr>
      <vt:lpstr>  Advantages:</vt:lpstr>
      <vt:lpstr> System Architecture / Design Overview</vt:lpstr>
      <vt:lpstr>    System Architecture / Design Overview</vt:lpstr>
      <vt:lpstr>PowerPoint Presentation</vt:lpstr>
      <vt:lpstr>PowerPoint Presentation</vt:lpstr>
      <vt:lpstr> Backend:</vt:lpstr>
      <vt:lpstr>PowerPoint Presentation</vt:lpstr>
      <vt:lpstr> Database: </vt:lpstr>
      <vt:lpstr>Output: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RITHIKA A V</dc:creator>
  <cp:lastModifiedBy>RITHIKA A V</cp:lastModifiedBy>
  <cp:revision>14</cp:revision>
  <dcterms:created xsi:type="dcterms:W3CDTF">2025-11-01T13:30:01Z</dcterms:created>
  <dcterms:modified xsi:type="dcterms:W3CDTF">2025-11-04T03:19:25Z</dcterms:modified>
</cp:coreProperties>
</file>